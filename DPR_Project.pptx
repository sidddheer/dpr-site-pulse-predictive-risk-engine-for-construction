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47"/>
  </p:normalViewPr>
  <p:slideViewPr>
    <p:cSldViewPr snapToGrid="0" snapToObjects="1">
      <p:cViewPr varScale="1">
        <p:scale>
          <a:sx n="122" d="100"/>
          <a:sy n="122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IN&amp;assetid=WA200003233&amp;isWac=True&amp;ui=en-US&amp;ad=I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https://pages.store.office.com/addinsinstallpage.aspx?rs=en-IN&amp;assetid=WA200003233&amp;isWac=True&amp;ui=en-US&amp;ad=IN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839346f8-5487-4f66-8cd5-569c1589704c}">
  <we:reference id="WA200003233" version="2.0.0.3" store="en-IN" storeType="OMEX"/>
  <we:alternateReferences/>
  <we:properties>
    <we:property name="Microsoft.Office.CampaignId" value="&quot;none&quot;"/>
    <we:property name="reportUrl" value="&quot;/groups/11d0bec4-fa8e-40cf-9c40-b4fec2f22c84/reports/b3fd1182-3adc-410a-9328-c8f9dd521acc/4f7d2d52703793e8a00c?bookmarkGuid=8da786a8-c846-4a28-a2ee-971f0a1046c8&amp;bookmarkUsage=1&amp;ctid=96464a8a-f8ed-40b1-99e2-5f6b50a20250&amp;fromEntryPoint=export&quot;"/>
    <we:property name="reportState" value="&quot;CONNECTED&quot;"/>
    <we:property name="reportEmbeddedTime" value="&quot;2026-01-20T04:27:18.271Z&quot;"/>
    <we:property name="creatorSessionId" value="&quot;c5b895f6-2ccc-4061-b180-b4d1b88af0f1&quot;"/>
    <we:property name="creatorUserId" value="&quot;1003200358E48B0C&quot;"/>
    <we:property name="creatorTenantId" value="&quot;96464a8a-f8ed-40b1-99e2-5f6b50a20250&quot;"/>
    <we:property name="pageDisplayName" value="&quot;Page 1&quot;"/>
    <we:property name="pageName" value="&quot;4f7d2d52703793e8a00c&quot;"/>
    <we:property name="reportName" value="&quot;DPR_Site_Pulse_Model&quot;"/>
    <we:property name="isVisualContainerHeaderHidden" value="false"/>
    <we:property name="isFiltersActionButtonVisible" value="true"/>
    <we:property name="initialStateBookmark" value="&quot;H4sIAAAAAAAAA91W30/bMBD+V5CfqyltgLS8lbZIEwOqFvGCUHSxL8Hg2pHjFDLU/31nJzBg7IcmwarlJfbn09135+9sPzAhq1JBcworZAfs0JjbFdjbnT7rMd1hZ2fHJ+PFcXo6PpkRbEonja7YwQNzYAt0F7KqQXkPBF5e9RgoNYfCz3JQFfZYibYyGpT8iq0xLTlb46bH8L5UxoJ3uXTg0LtdkznNKXb/U0wRgTu5xiVy16K7eSIGYm+QRHEyinEIUcTJrGoNArM3TbzrEH5itAOpKYzHBEI/yTDpD+Ik2h0m+zDc9XguletMsmZ2X1rKjnJuSl+VCXEtjJUcFAtZWKxa0g9sYlS9CqPZC3xpastxgXlY0k66hjxN54t0KR2m85qKlR5JKlS65MaiYBuq0Nwaql8wnVi8Sz9PA3xt7mhKLAQ7iDa9f0ts6nfuV6zGYg2aE/qa0rgoLBbguunsY/jOCZOcWKYLWd2mtJIFk6NadyKLfszmipBK6kJ1Iv6up/M2yVKujTuHTKFvk+yG9OjVs3lUMIW5eabRhbmrgqQ+QC/UlW2Ud47YCeFq4/FBlMf5IBuNYBj14wxFxEfb2VhTaHbCcfdfabj/Fxrmqq5oc1C0vCfXYN1rNRsr0B42Ydem0j6ey4PeqxS3uC6+Id5syk5+zXu3yZPe2lbhIhb53t4+3UJREgOMIp5sZ6ts7R20rGkktUMtULv01Dh6gWwdy6DJJ5FtHb2fXOS/PTacv/Vm9y9PivA9R9gK6cHoB6Z2VQkc56AxSLpsOUgMdpQt0DaKbmz9/wtlYNvQF6DqEJXekCzEIDLS37t/Zt923eYbSojsq/4KAAA=&quot;"/>
    <we:property name="bookmark" value="&quot;H4sIAAAAAAAAA91XbU/bMBD+K5W/sEkBOU1ZWr6NFiT2pqpF7MOEqot9LYY0jhynkKH+952dBgZjnTRtXTSpleLz5e6583Pnyz2TqshTqD7BEtkRO9b6ZgnmphOygGW1DMJB0k/CPpfyUA5Ej4uQ067OrdJZwY7umQWzQHuhihJSZ4iEX5hECOME47AbxbzXj99Av8cuAwZpOoaF05lDWmDAcjSFziBVX7E2QVvWlLgOGN7lqTbgHE0tWHTOVqROawIWHkSEA4RVK5yisLW0N49lVx52Yx7Fgwj7wLkgtaJW8HhfVHGmvfuhziyojNw42YthkHyuUrtRSaqTu9xQzJSJKncpGxLWhTZKQMp8FAaLGvQ9G+q0XPqnkyfyqS6NwAnO/VZmla3I0mg8mU2Vxdm4pGTNThUlajYV2qBka8rQ2GjKn1cdGrydnY28+Erf0pJQSHbE18G/BTZyJ7cN1Vu5gkyQ9Dmkt4uFwQXYzfJkN3jHJFOCUM4mqriZ0U7iVU7LbEMy/mM0lyQpVLZINyR+5NN5HWSuVtqeQ5KiK57kmvjo2LNuGExurr/j6ETfFp5SO+ALVWXt5S973BDh0mdPLa5S+ltnrMC0qV/yL8HCR8jdxhbjBw1+90ohyMmZrGmxzMGooiFJs3qvMndQAfuAc7uzQpw0IX6gd01NiwtIS8eIvZGpbqkd7h/vke7an8O2gH36WhftQ3VvC5WOFK1a4l6Xd3v7PNzn0TnnR/7XBE8mlmjBnb67P6bl8tW2bLxQpa/Zpcth3Zofw/z4YPX+u/6ys+oKdlBRARMgrlD6fJ9ZXNbRKYnOqMKifbz57SoJWhbIHyuAgK2c9qb1cWe6CZ2ujJDWn1FmWEiogs47yEowVYdHQcfZrPsqoejyeTTvJoMB9HkYJSi5GLRzYBlB1fEz5n81G4S/MRuItCzocFDWuIdXYOzzKUEbiea48qc2Uqa5L7vBsxBbnBdH8ReHnQ39qr89fjzwrS4VISM5Pzx8Q9M9jyOAARdxO0ultbP9tKQnlVnM3FUz+6Qt3TWtQ+k5+UCy1sH7yQfSL9uGdV8TJ3dPO0V9Rz6VfANRDZQK5w8AAA==&quot;"/>
    <we:property name="datasetId" value="&quot;c488d76f-ef73-4935-a13c-7af8897ab601&quot;"/>
    <we:property name="embedUrl" value="&quot;/reportEmbed?reportId=b3fd1182-3adc-410a-9328-c8f9dd521acc&amp;config=eyJjbHVzdGVyVXJsIjoiaHR0cHM6Ly9XQUJJLVVTLU5PUlRILUNFTlRSQUwtR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84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Siddhartha dheer</cp:lastModifiedBy>
  <cp:revision>3</cp:revision>
  <dcterms:created xsi:type="dcterms:W3CDTF">2018-06-07T21:39:02Z</dcterms:created>
  <dcterms:modified xsi:type="dcterms:W3CDTF">2026-01-20T04:28:04Z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